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4679-87D5-797F-94CE-BA57F6DD3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D123E-7FC5-FA4D-1AF4-F546C43E4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24FE5-CADA-BAAA-FA4E-6565CB6B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AA0DD-6887-00F7-3BB3-8E9C05B1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0A44E-D4C0-A1A7-4D0D-E55F924C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06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D0EF-446A-4B30-CC33-D166A579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44E36-2E57-8BA9-A630-8D842FD1B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97B55-A416-E0C4-1D0E-F8B367AF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6487C-1929-1D93-DB4A-757C531B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87EF9-5BBD-ADE0-D76E-AF1C0943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89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907D-8193-898D-98B1-96F902EB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F3C6A-A9DA-753A-D36F-C8FD1D276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831A0-537D-EBF6-2284-8D57C22F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F7073-0935-2EF5-CD36-5B8A5058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F5BE0-733B-5078-6D39-47ECB36B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95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FBA3-7F40-28BC-679A-36D4BC92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6DA73-7E75-4D79-3995-70CD4740A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5553A-3488-857C-FDC1-0D7CD4408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80E33-4AC8-CBD5-AF59-C7A94D19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551E0-F97A-4E40-5D2A-3BB0CF64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1A9ED-1764-DE9B-86FD-40B1FB78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A972-5D1D-228B-C177-923B8368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D5CB6-3109-9A60-3BDF-36C77CCE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A7C6A-C7C5-80D8-4C82-11D0C4958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3F9C0-7E38-6B69-8A84-AFA09A6A4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8D88A-2CB8-824F-62AC-239F41E25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8A4EC5-546D-C975-DA85-AC80F7FB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33C89-0729-9683-FD05-283F64B1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9DB24-1F0A-9650-6A74-EB3ECC18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3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EF8B-E12B-0E05-4A95-82107A82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343B6-AB8A-D4F1-141F-F08174D2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F2AC4-EB44-2059-9F5A-3D731EFB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0BF75-E678-24EB-8CEC-160AAFC5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17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3ABB6-92D9-92F9-76C4-DF947470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C278C-B8B7-38DD-B446-07460D9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062C5-3E7E-3B23-E376-21CDBB09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31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EEC2-AAE1-4DCE-97EE-8A9230A7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BA6F0-20D2-9704-1794-A5115786A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DF789-6B00-2F41-7FA0-398C25399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F56FF-74C6-BD12-3839-EB73CFB8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01E94-30A2-BBFA-1B50-D0E803DB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E1022-9D6D-37DE-9C6F-57A0D51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47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79AC-F904-6FD9-98AB-B8D75AC0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4DC7A-6264-E155-82F5-35B208269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E3DA2-9C7A-08EC-AC8F-8EA533A2A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45C12-3846-9866-7D3C-954E645C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386C9-990B-4E56-16B5-6A6A43287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6B4F1-CFC2-0438-3308-9F29C7D0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03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9891-5E87-D3DD-A154-ED31B476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984D5-32BC-9643-3C60-CAE0BD16E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1E18-2F93-4E90-E1E2-38D8BED6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E32BC-E58E-4BFA-0690-BCA7DE32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49B84-C9F2-0E24-1A9F-07BD7AC3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309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A7534-7F3E-A978-958D-041000AD6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D8ECD-FC63-F6AE-A363-7B36BDC89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7738E-1D0A-4BF4-1056-FBEEC88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8845B-9CC1-64B1-01EA-0172236E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D371-E118-0683-432A-B98E6955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51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6C24B-B4C5-2EF9-7A72-D70406AB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42E10-3DDF-2B44-12EF-2F16ED0EF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3C98-8A9B-3BC0-E93A-F35C01391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6F97D-C17A-4C08-82D2-86FBC819792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22BAD-2581-455D-F4C6-9EF3D5A5F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B38E-2502-B53A-9C03-EA90531D5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63655-730B-48C0-9210-4DC418775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47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DDF92-EAA8-DD37-A6F1-CD2523CF8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B0B4-0496-86E6-444D-C17BA46D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88611-89DF-69B8-F08B-360879017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6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A1FF-E509-1B65-A9EF-5A70A436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4ED4CB-B0B6-26ED-CED5-E782FB1CB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7899-BDEE-CF03-A73F-C924E92F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E8376-4ABF-A5D0-6AB1-88D3CD577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9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4E49-B095-1ECC-6B0A-86A11647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8D9BA-06D6-D332-72A0-1D79396A5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6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0941-0647-4C3B-1FA2-01BFA56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A266A-A9BF-0805-03C3-2C430C58A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4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9445-02D2-FC50-A17B-8ECFC037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CF653-1330-7662-A471-96B41B380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0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0586-3446-CEB2-1ADA-678E1368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57611-E408-5DD6-49CF-83BD2CD49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CD7D-11B4-9A5D-6754-E2DD13CB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3CA39-8BE5-FFD3-7C4F-1DD30FE3E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8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7BCB-3048-8674-2148-A3067B17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27A0D-B517-BCE2-59BC-9453260C7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01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3D716-CA23-39BD-D6EB-2A914F62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96F97-00BD-349D-252B-75A8680C2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5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434B4-0146-7ABB-2080-BCBE4ED56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18EDB-5DB2-2733-CCE7-BD5D20993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0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Arnav Astu</dc:creator>
  <cp:lastModifiedBy>Arnav Astu</cp:lastModifiedBy>
  <cp:revision>1</cp:revision>
  <dcterms:created xsi:type="dcterms:W3CDTF">2026-09-10T09:02:58Z</dcterms:created>
  <dcterms:modified xsi:type="dcterms:W3CDTF">2026-09-10T09:06:35Z</dcterms:modified>
</cp:coreProperties>
</file>